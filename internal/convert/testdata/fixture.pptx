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Grill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241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rollout needs a </a:t>
            </a:r>
            <a:r>
              <a:rPr b="1"/>
              <a:t>rollback</a:t>
            </a:r>
            <a:r>
              <a:rPr/>
              <a:t> step.</a:t>
            </a:r>
          </a:p>
          <a:p>
            <a:pPr lvl="0"/>
            <a:r>
              <a:rPr/>
              <a:t>Freeze the schema</a:t>
            </a:r>
          </a:p>
          <a:p>
            <a:pPr lvl="0"/>
            <a:r>
              <a:rPr/>
              <a:t>Ship behind a flag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3733800"/>
          <a:ext cx="8229600" cy="72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loss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2026-10-10T15:07:57Z</dcterms:created>
  <dcterms:modified xsi:type="dcterms:W3CDTF">2026-10-10T15:07:57Z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